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image" Target="../media/image-2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image" Target="../media/image-4-5.jpeg"/><Relationship Id="rId6" Type="http://schemas.openxmlformats.org/officeDocument/2006/relationships/image" Target="../media/image-4-6.jpeg"/><Relationship Id="rId7" Type="http://schemas.openxmlformats.org/officeDocument/2006/relationships/image" Target="../media/image-4-7.jpeg"/><Relationship Id="rId8" Type="http://schemas.openxmlformats.org/officeDocument/2006/relationships/image" Target="../media/image-4-8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image" Target="../media/image-5-5.jpeg"/><Relationship Id="rId6" Type="http://schemas.openxmlformats.org/officeDocument/2006/relationships/image" Target="../media/image-5-6.jpeg"/><Relationship Id="rId7" Type="http://schemas.openxmlformats.org/officeDocument/2006/relationships/image" Target="../media/image-5-7.jpeg"/><Relationship Id="rId8" Type="http://schemas.openxmlformats.org/officeDocument/2006/relationships/image" Target="../media/image-5-8.jpeg"/><Relationship Id="rId9" Type="http://schemas.openxmlformats.org/officeDocument/2006/relationships/image" Target="../media/image-5-9.jpeg"/><Relationship Id="rId10" Type="http://schemas.openxmlformats.org/officeDocument/2006/relationships/image" Target="../media/image-5-10.jpe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image" Target="../media/image-6-6.jpeg"/><Relationship Id="rId7" Type="http://schemas.openxmlformats.org/officeDocument/2006/relationships/image" Target="../media/image-6-7.jpeg"/><Relationship Id="rId8" Type="http://schemas.openxmlformats.org/officeDocument/2006/relationships/image" Target="../media/image-6-8.jpeg"/><Relationship Id="rId9" Type="http://schemas.openxmlformats.org/officeDocument/2006/relationships/image" Target="../media/image-6-9.jpeg"/><Relationship Id="rId10" Type="http://schemas.openxmlformats.org/officeDocument/2006/relationships/image" Target="../media/image-6-10.jpe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image" Target="../media/image-7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jpeg"/><Relationship Id="rId4" Type="http://schemas.openxmlformats.org/officeDocument/2006/relationships/image" Target="../media/image-15-4.jpeg"/><Relationship Id="rId5" Type="http://schemas.openxmlformats.org/officeDocument/2006/relationships/image" Target="../media/image-15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685800"/>
            <a:ext cx="3931920" cy="14097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828800" y="27432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Zorlu PSM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1828800" y="3364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 PAKETİ  ·  MEDYA SUNUMU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2286000" y="44074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MORE INFORMATION, PLEASE VISIT OUR WEBSITE.</a:t>
            </a:r>
            <a:endParaRPr lang="en-US" sz="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www.splashdigital.com.tr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3200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 Digital ile Zorlu PSM: Sahnede Dijital Etki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12344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 Digital, geniş yayıncı ağı ve veri odaklı satın alma kabiliyeti ile markalara hem dijital hem de fiziksel temas noktalarında güçlü bir görünürlük sunar.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Zorlu PSM Ekran Paketi bu yaklaşımı performans sanatlarının merkezine taşır: girişten fuayeye, fuayeden sahne içine uzanan ekran ağı, marka mesajını etkinlik günlerinde izleyiciyle doğrudan buluşturur.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Girişte 24x6 metre dikey LED ekran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Fuaye alanlarında 65'' IPTV ekranlar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Tiyatro ve Drama Sahnesi'nde sahne içi ekranlar</a:t>
            </a:r>
            <a:endParaRPr lang="en-US" sz="12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mecra, dijital açık hava (DOOH) ile canlı deneyim alanlarının kesişiminde konumlanır; markayı izleyicinin en odaklı olduğu anlarda görünür kılar.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11480"/>
            <a:ext cx="1600200" cy="42519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411480"/>
            <a:ext cx="1463040" cy="2057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606040"/>
            <a:ext cx="1463040" cy="2057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822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7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MARKA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10972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Zorlu PSM'ye gel, #DünyanDeğişsin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21488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D9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Özgürleşmek, keşfetmek, ilham almak, farklılaşmak, farkına varmak, dönüşmek ve dünyalarla buluşmak için.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Zorlu PSM, her yeni sezonda izleyicisini yepyeni dünyalarla tanıştırır. Ekranlarda yer alan her marka iletişimi, bu ilham veren atmosferin bir parçası olarak izleyiciyle buluşur.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43000"/>
            <a:ext cx="4023360" cy="22631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Fuayeden Sahneye Kesintisiz Bir Ziyaretçi Deneyimi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8229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Zorlu PSM; fuaye, gişe, geçiş ve sosyal alanlarıyla ziyaretçiyi etkinlik öncesinden itibaren karşılayan çok katlı bir deneyim alanıdır.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2682240" cy="148132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880" y="1417320"/>
            <a:ext cx="2682240" cy="148132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280" y="1417320"/>
            <a:ext cx="2682240" cy="148132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035808"/>
            <a:ext cx="2682240" cy="148132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30880" y="3035808"/>
            <a:ext cx="2682240" cy="148132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0280" y="3035808"/>
            <a:ext cx="2682240" cy="148132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Zorlu PSM Sahneleri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8229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Konserden tiyatroya, ayakta gösterilerden stüdyo performanslarına uzanan sahne çeşitliliği.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298448"/>
            <a:ext cx="197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Turkcell Sahnesi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45920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182112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2526030" y="1298448"/>
            <a:ext cx="197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Sahne Üstü Ayakta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6030" y="1645920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6030" y="3182112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1" name="Text 4"/>
          <p:cNvSpPr txBox="1"/>
          <p:nvPr/>
        </p:nvSpPr>
        <p:spPr>
          <a:xfrm>
            <a:off x="4640580" y="1298448"/>
            <a:ext cx="197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Turkcell Platinum Sahnesi</a:t>
            </a:r>
            <a:endParaRPr lang="en-US" sz="12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580" y="1645920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0580" y="3182112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4" name="Text 5"/>
          <p:cNvSpPr txBox="1"/>
          <p:nvPr/>
        </p:nvSpPr>
        <p:spPr>
          <a:xfrm>
            <a:off x="6755130" y="1298448"/>
            <a:ext cx="197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%100 Studio</a:t>
            </a:r>
            <a:endParaRPr lang="en-US" sz="12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5130" y="1645920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5130" y="3182112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Etkinlik ve Buluşma Alanları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8229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Açık hava amfisinden lounge ve fuaye alanlarına, farklı atmosferlerde etkinlik ve buluşma noktaları.</a:t>
            </a:r>
            <a:endParaRPr lang="en-US" sz="125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298448"/>
            <a:ext cx="197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Vestel Amfi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45920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182112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2526030" y="1298448"/>
            <a:ext cx="197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Lounge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6030" y="1645920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6030" y="3182112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1" name="Text 4"/>
          <p:cNvSpPr txBox="1"/>
          <p:nvPr/>
        </p:nvSpPr>
        <p:spPr>
          <a:xfrm>
            <a:off x="4640580" y="1298448"/>
            <a:ext cx="197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Meydan Fuaye</a:t>
            </a:r>
            <a:endParaRPr lang="en-US" sz="12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0580" y="1645920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0580" y="3182112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4" name="Text 5"/>
          <p:cNvSpPr txBox="1"/>
          <p:nvPr/>
        </p:nvSpPr>
        <p:spPr>
          <a:xfrm>
            <a:off x="6755130" y="1298448"/>
            <a:ext cx="19773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Touché by N Kolay</a:t>
            </a:r>
            <a:endParaRPr lang="en-US" sz="12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55130" y="1645920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55130" y="3182112"/>
            <a:ext cx="1977390" cy="14173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Reklam Alanları: Ekran Görünürlük Hakkı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60120"/>
            <a:ext cx="1691640" cy="2514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 1"/>
          <p:cNvSpPr txBox="1"/>
          <p:nvPr/>
        </p:nvSpPr>
        <p:spPr>
          <a:xfrm>
            <a:off x="320040" y="35844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 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Giriş · Dikey LED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320040" y="4069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24x6 m LED ekran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Etkinlik günlerinde görünürlük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432" y="960120"/>
            <a:ext cx="1691640" cy="2514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Text 3"/>
          <p:cNvSpPr txBox="1"/>
          <p:nvPr/>
        </p:nvSpPr>
        <p:spPr>
          <a:xfrm>
            <a:off x="2221992" y="35844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 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Fuaye · IPTV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2221992" y="4069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Fuaye ekranlarının her birinde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Etkinlik günlerinde görünürlük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384" y="960120"/>
            <a:ext cx="1691640" cy="25146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1" name="Text 5"/>
          <p:cNvSpPr txBox="1"/>
          <p:nvPr/>
        </p:nvSpPr>
        <p:spPr>
          <a:xfrm>
            <a:off x="4123944" y="358444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Sahne İçi · LED &amp; TV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4123944" y="40690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Tiyatro &amp; Drama Sahnesi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Etkinlik günlerinde günlük görünürlük</a:t>
            </a:r>
            <a:endParaRPr lang="en-US" sz="850" dirty="0"/>
          </a:p>
        </p:txBody>
      </p:sp>
      <p:sp>
        <p:nvSpPr>
          <p:cNvPr id="13" name="Shape 7"/>
          <p:cNvSpPr/>
          <p:nvPr/>
        </p:nvSpPr>
        <p:spPr>
          <a:xfrm>
            <a:off x="6263640" y="96012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6A2C9B"/>
          </a:solidFill>
          <a:ln/>
        </p:spPr>
      </p:sp>
      <p:sp>
        <p:nvSpPr>
          <p:cNvPr id="14" name="Text 8"/>
          <p:cNvSpPr txBox="1"/>
          <p:nvPr/>
        </p:nvSpPr>
        <p:spPr>
          <a:xfrm>
            <a:off x="6263640" y="1051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4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</a:t>
            </a:r>
            <a:endParaRPr lang="en-US" sz="2400" dirty="0"/>
          </a:p>
        </p:txBody>
      </p:sp>
      <p:sp>
        <p:nvSpPr>
          <p:cNvPr id="15" name="Shape 9"/>
          <p:cNvSpPr/>
          <p:nvPr/>
        </p:nvSpPr>
        <p:spPr>
          <a:xfrm>
            <a:off x="7543800" y="96012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6A2C9B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7543800" y="105156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 Grubu</a:t>
            </a:r>
            <a:endParaRPr lang="en-US" sz="2400" dirty="0"/>
          </a:p>
        </p:txBody>
      </p:sp>
      <p:sp>
        <p:nvSpPr>
          <p:cNvPr id="17" name="Shape 11"/>
          <p:cNvSpPr/>
          <p:nvPr/>
        </p:nvSpPr>
        <p:spPr>
          <a:xfrm>
            <a:off x="6263640" y="214884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6A2C9B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626364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24x6 m</a:t>
            </a:r>
            <a:endParaRPr lang="en-US" sz="17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Dikey LED</a:t>
            </a:r>
            <a:endParaRPr lang="en-US" sz="1700" dirty="0"/>
          </a:p>
        </p:txBody>
      </p:sp>
      <p:sp>
        <p:nvSpPr>
          <p:cNvPr id="19" name="Shape 13"/>
          <p:cNvSpPr/>
          <p:nvPr/>
        </p:nvSpPr>
        <p:spPr>
          <a:xfrm>
            <a:off x="7543800" y="214884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6A2C9B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754380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Sahne İçi Alan</a:t>
            </a:r>
            <a:endParaRPr lang="en-US" sz="2400" dirty="0"/>
          </a:p>
        </p:txBody>
      </p:sp>
      <p:sp>
        <p:nvSpPr>
          <p:cNvPr id="21" name="Shape 15"/>
          <p:cNvSpPr/>
          <p:nvPr/>
        </p:nvSpPr>
        <p:spPr>
          <a:xfrm>
            <a:off x="6263640" y="333756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6A2C9B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263640" y="3429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sn</a:t>
            </a:r>
            <a:endParaRPr lang="en-US" sz="17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Maks. Spot Süresi</a:t>
            </a:r>
            <a:endParaRPr lang="en-US" sz="1700" dirty="0"/>
          </a:p>
        </p:txBody>
      </p:sp>
      <p:sp>
        <p:nvSpPr>
          <p:cNvPr id="23" name="Shape 17"/>
          <p:cNvSpPr/>
          <p:nvPr/>
        </p:nvSpPr>
        <p:spPr>
          <a:xfrm>
            <a:off x="7543800" y="3337560"/>
            <a:ext cx="1188720" cy="1097280"/>
          </a:xfrm>
          <a:prstGeom prst="roundRect">
            <a:avLst>
              <a:gd name="adj" fmla="val 6667"/>
            </a:avLst>
          </a:prstGeom>
          <a:solidFill>
            <a:srgbClr val="6A2C9B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7543800" y="342900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Etkinlik</a:t>
            </a:r>
            <a:endParaRPr lang="en-US" sz="17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Günlerinde Yayın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7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ADIM 1 · GİRİŞ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583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Fuaye Dikey Ekran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417320"/>
            <a:ext cx="3977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Zorlu PSM girişinde konumlanan 24x6 metrelik dikey LED ekran, mekâna gelen her ziyaretçinin ilk temas noktasıdır. Fuayenin farklı katlarından görülebilen bu yüzey, marka mesajını etkinlik günlerinde anıtsal bir ölçekte sunar.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3154680"/>
            <a:ext cx="4114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Ekipman: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Ekran  ·  1 adet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x 24 m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Süre: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maks. 15 sn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Medya Formatı: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960 x 3968 px  ·  .mov (ProRes 422)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43251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Arka planda beyaz ve kırmızı renkler kullanılmamalıdır.</a:t>
            </a:r>
            <a:endParaRPr lang="en-US" sz="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11480"/>
            <a:ext cx="2103120" cy="2057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06040"/>
            <a:ext cx="2103120" cy="2057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411480"/>
            <a:ext cx="1600200" cy="425196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7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ADIM 2 · FUAYE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583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IPTV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417320"/>
            <a:ext cx="3977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Fuaye alanlarında konumlanan 65'' ekranlar, gişe ve fuaye akışının tam içinde yer alır. Etkinlik öncesi bekleme ve buluşma anlarında izleyiciyle göz hizasında temas kurarak marka mesajını yakın mesafeden iletir.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3154680"/>
            <a:ext cx="4114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Ekipman: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Televizyon  ·  2 adet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65''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Süre: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maks. 15 sn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Medya Formatı: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1920 x 1080 px  ·  .mov (H.264)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11480"/>
            <a:ext cx="3886200" cy="233172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80360"/>
            <a:ext cx="3886200" cy="17830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7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ADIM 3 · SAHNE İÇİ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583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Tiyatro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417320"/>
            <a:ext cx="3977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Tiyatro salonunda sahnenin iki yanında konumlanan LED ekranlar, izleyicinin dikkatinin sahneye yöneldiği alanda yer alır. Salon içindeki bu konum, marka mesajını etkinlik günlerinde yüksek odaklı bir izleyici kitlesiyle buluşturur.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3154680"/>
            <a:ext cx="4114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Ekipman: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Ekran  ·  2 adet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 x 2,5 m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Süre: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maks. 15 sn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Medya Formatı: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 x 320 px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188720"/>
            <a:ext cx="3886200" cy="258775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4114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A7F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ADIM 3 · SAHNE İÇİ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6583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 Sahnesi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11480" y="1417320"/>
            <a:ext cx="3977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 Sahnesi salonunda konumlanan 4 adet 55'' ekran, farklı oturma alanlarındaki izleyiciyle temas kurar. Salon ölçeğine uygun yerleşimi sayesinde marka mesajı, izleyiciyle etkinlik günlerinde yakın mesafeden buluşur.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11480" y="3154680"/>
            <a:ext cx="41148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Ekipman: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Televizyon  ·  4 adet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Ölçü: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55''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Süre: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maks. 15 sn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Medya Formatı: </a:t>
            </a:r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1920 x 1080 px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411480"/>
            <a:ext cx="4069080" cy="269748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560320"/>
            <a:ext cx="2057400" cy="20574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9" name="Shape 4"/>
          <p:cNvSpPr/>
          <p:nvPr/>
        </p:nvSpPr>
        <p:spPr>
          <a:xfrm>
            <a:off x="6675120" y="2560320"/>
            <a:ext cx="2057400" cy="2057400"/>
          </a:xfrm>
          <a:prstGeom prst="rect">
            <a:avLst/>
          </a:prstGeom>
          <a:ln w="381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Teknik Özellikler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8229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ekranlarda spot süresi maksimum 15 saniyedir.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8321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43000"/>
                <a:gridCol w="1097280"/>
                <a:gridCol w="548640"/>
                <a:gridCol w="1005840"/>
                <a:gridCol w="2971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Ekran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C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C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Ekipman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C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C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Ölçü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C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Medya Formatı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2C9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Fuaye Dikey Ekran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Giriş / Fuaye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 Ekran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x 24 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 x 3968 px · .mov (ProRes 422)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IPTV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Fuaye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Televizyon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65''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1920 x 1080 px · .mov (H.264)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 Tiyatro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Sahne İçi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LED Ekran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3,5 x 2,5 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 x 320 px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Drama Sahnesi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Sahne İçi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Televizyon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55''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1920 x 1080 px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11480" y="40690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9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Fuaye Dikey Ekran içeriklerinde arka planda beyaz ve kırmızı renkler kullanılmamalıdır.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 Alanları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11480" y="105156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1A7FC6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11480" y="10515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Karşılama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103327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Giriş Etkisi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Girişteki 24x6 m dikey LED ile marka, Zorlu PSM'ye gelen ziyaretçiyi ilk anda ve büyük ölçekte karşılar; kampanya ve lansman duyuruları için güçlü bir vitrin sunar.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96596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6A2C9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11480" y="19659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Fuaye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94767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Fuaye Akışı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Gişe ve fuaye alanlarındaki IPTV ekranlar, bekleme ve buluşma anlarında göz hizasında tekrarlanan temas sağlar.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288036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D9302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11480" y="28803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Sahne İçi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286207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 İçi Odak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Tiyatro ve Drama Sahnesi ekranları, izleyicinin salona yerleştiği ve dikkatini sahneye yönelttiği alanda markayı görünür kılar.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379476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2E344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11480" y="379476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Süreklilik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3776472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Sezon Boyu Görünürlük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aylık ve 1 yıllık paket seçenekleriyle marka, dönemsel kampanyalardan sezon boyu sürekliliğe kadar farklı iletişim hedeflerine göre konumlanır.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2468880" cy="352044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Yayın Modeli ve Kapsam</a:t>
            </a:r>
            <a:endParaRPr lang="en-US" sz="2400" dirty="0"/>
          </a:p>
        </p:txBody>
      </p:sp>
      <p:sp>
        <p:nvSpPr>
          <p:cNvPr id="4" name="Text 1"/>
          <p:cNvSpPr txBox="1"/>
          <p:nvPr/>
        </p:nvSpPr>
        <p:spPr>
          <a:xfrm>
            <a:off x="41148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Seçenekleri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11480" y="132588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1A7FC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435608"/>
            <a:ext cx="34747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Aylık</a:t>
            </a:r>
            <a:endParaRPr lang="en-US" sz="2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 Paketi</a:t>
            </a:r>
            <a:endParaRPr lang="en-US" sz="28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Kampanya dönemine odaklı, yoğun görünürlük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11480" y="288036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6A2C9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2990088"/>
            <a:ext cx="34747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Yıllık</a:t>
            </a:r>
            <a:endParaRPr lang="en-US" sz="28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Ekran Paketi</a:t>
            </a:r>
            <a:endParaRPr lang="en-US" sz="28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Sezon boyunca kesintisiz marka varlığı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9144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iki pakette ekran görünürlük hakkı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28032" y="1600200"/>
            <a:ext cx="365760" cy="365760"/>
          </a:xfrm>
          <a:prstGeom prst="ellipse">
            <a:avLst/>
          </a:prstGeom>
          <a:solidFill>
            <a:srgbClr val="1A7FC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28032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349240" y="1417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Giriş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Zorlu PSM girişindeki 24x6 metrelik LED ekranda etkinlik günlerinde reklam görünürlüğü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2359152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28032" y="2633472"/>
            <a:ext cx="365760" cy="365760"/>
          </a:xfrm>
          <a:prstGeom prst="ellipse">
            <a:avLst/>
          </a:prstGeom>
          <a:solidFill>
            <a:srgbClr val="1A7FC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828032" y="2633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349240" y="2450592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Fuaye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Fuaye alanlarındaki ekranların her birinde etkinlik günlerinde reklam görünürlüğü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3392424"/>
            <a:ext cx="4069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DC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828032" y="3666744"/>
            <a:ext cx="365760" cy="365760"/>
          </a:xfrm>
          <a:prstGeom prst="ellipse">
            <a:avLst/>
          </a:prstGeom>
          <a:solidFill>
            <a:srgbClr val="1A7FC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28032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349240" y="3483864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Sahne İçi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Sahne içerisindeki ekranlarda etkinlik günlerinde günlük reklam görünürlüğü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4754880"/>
            <a:ext cx="868680" cy="31144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11480" y="32004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Paket, Kesintisiz Bir Marka Yolculuğu</a:t>
            </a:r>
            <a:endParaRPr lang="en-US" sz="2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914400"/>
            <a:ext cx="2651760" cy="18288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Shape 1"/>
          <p:cNvSpPr/>
          <p:nvPr/>
        </p:nvSpPr>
        <p:spPr>
          <a:xfrm>
            <a:off x="411480" y="2743200"/>
            <a:ext cx="2651760" cy="1051560"/>
          </a:xfrm>
          <a:prstGeom prst="rect">
            <a:avLst/>
          </a:prstGeom>
          <a:solidFill>
            <a:srgbClr val="6A2C9B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94360" y="28163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Girişte karşılar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dikey LED ile ilk bakışta, büyük ölçekte görünürlük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914400"/>
            <a:ext cx="2651760" cy="18288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8" name="Shape 3"/>
          <p:cNvSpPr/>
          <p:nvPr/>
        </p:nvSpPr>
        <p:spPr>
          <a:xfrm>
            <a:off x="3246120" y="2743200"/>
            <a:ext cx="2651760" cy="1051560"/>
          </a:xfrm>
          <a:prstGeom prst="rect">
            <a:avLst/>
          </a:prstGeom>
          <a:solidFill>
            <a:srgbClr val="6A2C9B"/>
          </a:solidFill>
          <a:ln/>
        </p:spPr>
      </p:sp>
      <p:sp>
        <p:nvSpPr>
          <p:cNvPr id="9" name="Text 4"/>
          <p:cNvSpPr txBox="1"/>
          <p:nvPr/>
        </p:nvSpPr>
        <p:spPr>
          <a:xfrm>
            <a:off x="3429000" y="28163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Fuayede eşlik eder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Gişe ve bekleme anlarında göz hizasında temas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914400"/>
            <a:ext cx="2651760" cy="18288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pic>
      <p:sp>
        <p:nvSpPr>
          <p:cNvPr id="11" name="Shape 5"/>
          <p:cNvSpPr/>
          <p:nvPr/>
        </p:nvSpPr>
        <p:spPr>
          <a:xfrm>
            <a:off x="6080760" y="2743200"/>
            <a:ext cx="2651760" cy="1051560"/>
          </a:xfrm>
          <a:prstGeom prst="rect">
            <a:avLst/>
          </a:prstGeom>
          <a:solidFill>
            <a:srgbClr val="6A2C9B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6263640" y="28163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Sahnede odakta kalır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Salon içinde, dikkatin en yüksek olduğu alanda iletişim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411480" y="402336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Zorlu PSM Ekran Paketi, markanızı ziyaretçi yolculuğunun her aşamasında görünür kılan bütünleşik bir DOOH çözümüdür.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umut/9e616015-4d49-5b25-a347-260c053dd54e/scratchpad/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868680"/>
            <a:ext cx="3291840" cy="118021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28600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TEŞEKKÜRLER</a:t>
            </a:r>
            <a:endParaRPr lang="en-US" sz="2000" dirty="0"/>
          </a:p>
        </p:txBody>
      </p:sp>
      <p:pic>
        <p:nvPicPr>
          <p:cNvPr id="4" name="Image 1" descr="/tmp/claude-0/-home-user-umut/9e616015-4d49-5b25-a347-260c053dd54e/scratchpad/a/ic_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3319272"/>
            <a:ext cx="201168" cy="2011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3767328" y="3291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+90 535 605 53 92</a:t>
            </a:r>
            <a:endParaRPr lang="en-US" sz="1300" dirty="0"/>
          </a:p>
        </p:txBody>
      </p:sp>
      <p:pic>
        <p:nvPicPr>
          <p:cNvPr id="6" name="Image 2" descr="/tmp/claude-0/-home-user-umut/9e616015-4d49-5b25-a347-260c053dd54e/scratchpad/a/ic_mai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3593592"/>
            <a:ext cx="201168" cy="20116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3767328" y="35661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sales@splashdigital.com.tr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2286000" y="44074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5F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 DIGITAL MEDIA PRESENTATION</a:t>
            </a:r>
            <a:endParaRPr lang="en-US" sz="8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www.splashdigital.com.tr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Splash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Zorlu PSM Ekran Paketi – Splash Digital Medya Sunumu</dc:title>
  <dc:subject>PptxGenJS Presentation</dc:subject>
  <dc:creator>Splash Digital</dc:creator>
  <cp:lastModifiedBy>Splash Digital</cp:lastModifiedBy>
  <cp:revision>1</cp:revision>
  <dcterms:created xsi:type="dcterms:W3CDTF">2026-09-30T13:24:13Z</dcterms:created>
  <dcterms:modified xsi:type="dcterms:W3CDTF">2026-09-30T13:24:13Z</dcterms:modified>
</cp:coreProperties>
</file>